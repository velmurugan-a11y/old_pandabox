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239"/>
            <a:ext cx="16255999" cy="906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